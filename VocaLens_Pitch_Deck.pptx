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her, not the technology. 'This is Margaret.' Then the rubber band line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rubber band is the line to land. It is a system she invented and maintains, and it fails silently the moment someone tidies the windowsill. Her question is why we built a confidence gate and why beat 3 of the demo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glasses in the room before you present and update the number. Do NOT say 'half of you could end up like Margaret' — glasses mean your vision IS correctable, which contradicts this slide. The honest version is the one on the slide: they already accepted a device on their face, and it is the platform we clip 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swap in the photo of the assembled device on a face before demo day. A worn shot beats a bench 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speaker swap out loud before a judge spots it. Framing it as a deliberate zero-purchase constraint reads as discipline, not compromise.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beat 3 — do not hope it happens. Have a deliberately bad image ready: too close, too dark, or badly angled.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explicitly in a room where most projects call a model for everything. This is a design argument, not a cost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list now matches what was actually built — speaker rather than bone-conduction transducer, clip-on pods rather than a printed frame. Slide 5 already concedes the speaker, so these no longer contradict.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verdict line. It answers the dignity question and the medical-device question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VocaLens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83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that read the world aloud.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FourSight   ·   Hardware Hack 2026   ·   Challenge 1C — Eyes for Labels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Margaret.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years old.  Macular degeneration.  Nine medications a day.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keeps her tablets in an order she invented, on the windowsill, and rechecks them by position — not by reading.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bottles are the same size and shape.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she has a rubber band round one of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DF6EC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6634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baseline isn’t nothing.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 rubber band round a pill bottle.”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0" y="685800"/>
            <a:ext cx="4572000" cy="5212080"/>
          </a:xfrm>
          <a:prstGeom prst="roundRect">
            <a:avLst>
              <a:gd name="adj" fmla="val 1600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69480" y="960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920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with vision loss struggle to locate or identify their own medication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971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missing doses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inaccurate dosing or spilling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i="1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question for us:  “What happens when it gets it wrong?”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5440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APH ConnectCenter — medication management for blind &amp; low vision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is not alone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and surgery cannot fully correct many of these conditions.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shrinking problem.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4015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0168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400,000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34015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19088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34015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Macular degeneration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2514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08008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160,000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08008" y="34015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Australia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F6EC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5138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of the thirty people in this room are wearing glasses.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our statistic — it is our mounting bracket. VocaLens clips onto what you already own.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AIHW eye health report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VocaLens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add-on to glasses you already own.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2112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 aloud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459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face at a label and ask. The answer comes back as speech.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136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barcodes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483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products answer instantly, with no model call at all.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5079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app, no unlock, no aiming a screen you cannot see.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84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and resilient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532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 pods that clip on and off. Nothing glued to the frame.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640080"/>
            <a:ext cx="4572000" cy="5532120"/>
          </a:xfrm>
          <a:prstGeom prst="roundRect">
            <a:avLst>
              <a:gd name="adj" fmla="val 1600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2376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B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pods clipped onto real glasses, worn.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“Isn’t this just a cheap Meta glasses knockoff?”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B0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$800–900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glasses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1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strapped to your face. Notifications, social media, a dozen features an elderly or low-vision user will never touch — and may never even discover.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DF6EC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$100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291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done reliably.</a:t>
            </a:r>
            <a:endParaRPr lang="en-US" sz="1400" dirty="0"/>
          </a:p>
          <a:p>
            <a:pPr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gets used — we included only what earns its place.</a:t>
            </a:r>
            <a:endParaRPr lang="en-US" sz="1400" dirty="0"/>
          </a:p>
          <a:p>
            <a:pPr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Head-aim replaces screen-aim: no aiming a screen you can’t see.</a:t>
            </a:r>
            <a:endParaRPr lang="en-US" sz="1400" dirty="0"/>
          </a:p>
          <a:p>
            <a:pPr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onto the glasses already on your face.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Bone-conduction audio keeps answers private to the wearer — that is the production design. This prototype uses a small speaker, built entirely from the kit we were given.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1396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barcode read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596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Instant. Zero model calls.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7413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question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83133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this say?”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6085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failure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0657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“I can’t see that clearly” instead of guessing.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148840"/>
            <a:ext cx="3657600" cy="3429000"/>
          </a:xfrm>
          <a:prstGeom prst="roundRect">
            <a:avLst>
              <a:gd name="adj" fmla="val 2133"/>
            </a:avLst>
          </a:prstGeom>
          <a:solidFill>
            <a:srgbClr val="0E3D52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3816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third one matters most.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2918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cannot check the answer herself. A device that admits uncertainty is worth more to her than one that is usually right.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mic capture on trigger — never continuously.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057400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trip over the local network. Nothing leaves the room.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057400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decode first: free, instant, no model call.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759952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0684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35440" y="2057400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354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only when needed, then text-to-speech.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DF6EC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0584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earns its place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13892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recognised barcode answers with zero model calls. The vision model runs only for the genuinely open-ended questions — a label, a colour, a comparison — that actually need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with dignity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Who’s in control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wearer hears the answer. No escalation, no third party notified, ever.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17720" y="155448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only what’s needed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happens on trigger. No continuous recording, nothing stored beyond one request.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ordinary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31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glasses, not medical equipment, at a friend’s kitchen bench.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333756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device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931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printed facts. Never a safety verdict, never a recommendation.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0" y="155448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DF6EC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8239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 in parts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35204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ESP32S3 Sense · camera · amplifier and speaker · trigger · battery · two printed pods that clip to glasses the wearer already owns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3492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the kit every team was given. No external purchases, so nothing here depended on a delivery arriving.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didn’t build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we chose, not scope we missed.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677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 notifications or location tracking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334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wearer is the only person in the loop. That is the point, not an omission.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9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synced calendar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685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are built by the wearer, on purpose. Nothing arrives from anyone else.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3708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736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list — and the clearest next step we would take.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0E3D52"/>
          </a:solidFill>
          <a:ln/>
          <a:effectLst>
            <a:outerShdw sx="100000" sy="100000" kx="0" ky="0" algn="bl" rotWithShape="0" blurRad="127000" dist="25400" dir="5400000">
              <a:srgbClr val="9BB0BC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0" y="27889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surfaces what is printed.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gives a verdict.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32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VocaLens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5669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FourSight — 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VocaLens</dc:title>
  <dc:subject>PptxGenJS Presentation</dc:subject>
  <dc:creator>Team FourSight</dc:creator>
  <cp:lastModifiedBy>Team FourSight</cp:lastModifiedBy>
  <cp:revision>1</cp:revision>
  <dcterms:created xsi:type="dcterms:W3CDTF">2026-09-03T02:28:09Z</dcterms:created>
  <dcterms:modified xsi:type="dcterms:W3CDTF">2026-09-03T02:28:09Z</dcterms:modified>
</cp:coreProperties>
</file>